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69" r:id="rId3"/>
    <p:sldId id="270" r:id="rId4"/>
    <p:sldId id="257" r:id="rId5"/>
    <p:sldId id="258" r:id="rId6"/>
    <p:sldId id="259" r:id="rId7"/>
    <p:sldId id="260" r:id="rId8"/>
    <p:sldId id="261" r:id="rId9"/>
    <p:sldId id="262" r:id="rId10"/>
    <p:sldId id="265" r:id="rId11"/>
    <p:sldId id="266" r:id="rId12"/>
    <p:sldId id="271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BF345EF-3DD6-4656-8E60-F4ED4EB688B0}" type="datetimeFigureOut">
              <a:rPr lang="hu-HU" smtClean="0"/>
              <a:t>2026. 02. 22.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BCEE299-5F71-4F3D-A053-DC6261DC90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90141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45EF-3DD6-4656-8E60-F4ED4EB688B0}" type="datetimeFigureOut">
              <a:rPr lang="hu-HU" smtClean="0"/>
              <a:t>2026. 02. 22.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EE299-5F71-4F3D-A053-DC6261DC90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24703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45EF-3DD6-4656-8E60-F4ED4EB688B0}" type="datetimeFigureOut">
              <a:rPr lang="hu-HU" smtClean="0"/>
              <a:t>2026. 02. 22.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EE299-5F71-4F3D-A053-DC6261DC90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45544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45EF-3DD6-4656-8E60-F4ED4EB688B0}" type="datetimeFigureOut">
              <a:rPr lang="hu-HU" smtClean="0"/>
              <a:t>2026. 02. 22.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EE299-5F71-4F3D-A053-DC6261DC90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63267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45EF-3DD6-4656-8E60-F4ED4EB688B0}" type="datetimeFigureOut">
              <a:rPr lang="hu-HU" smtClean="0"/>
              <a:t>2026. 02. 22.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EE299-5F71-4F3D-A053-DC6261DC90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76674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45EF-3DD6-4656-8E60-F4ED4EB688B0}" type="datetimeFigureOut">
              <a:rPr lang="hu-HU" smtClean="0"/>
              <a:t>2026. 02. 22.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EE299-5F71-4F3D-A053-DC6261DC90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7525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45EF-3DD6-4656-8E60-F4ED4EB688B0}" type="datetimeFigureOut">
              <a:rPr lang="hu-HU" smtClean="0"/>
              <a:t>2026. 02. 22.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EE299-5F71-4F3D-A053-DC6261DC90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87927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45EF-3DD6-4656-8E60-F4ED4EB688B0}" type="datetimeFigureOut">
              <a:rPr lang="hu-HU" smtClean="0"/>
              <a:t>2026. 02. 22.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EE299-5F71-4F3D-A053-DC6261DC90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570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45EF-3DD6-4656-8E60-F4ED4EB688B0}" type="datetimeFigureOut">
              <a:rPr lang="hu-HU" smtClean="0"/>
              <a:t>2026. 02. 22.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EE299-5F71-4F3D-A053-DC6261DC90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9803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45EF-3DD6-4656-8E60-F4ED4EB688B0}" type="datetimeFigureOut">
              <a:rPr lang="hu-HU" smtClean="0"/>
              <a:t>2026. 02. 22.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EE299-5F71-4F3D-A053-DC6261DC90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02101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45EF-3DD6-4656-8E60-F4ED4EB688B0}" type="datetimeFigureOut">
              <a:rPr lang="hu-HU" smtClean="0"/>
              <a:t>2026. 02. 22.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EE299-5F71-4F3D-A053-DC6261DC90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7493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45EF-3DD6-4656-8E60-F4ED4EB688B0}" type="datetimeFigureOut">
              <a:rPr lang="hu-HU" smtClean="0"/>
              <a:t>2026. 02. 22.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EE299-5F71-4F3D-A053-DC6261DC9035}" type="slidenum">
              <a:rPr lang="hu-HU" smtClean="0"/>
              <a:t>‹#›</a:t>
            </a:fld>
            <a:endParaRPr lang="hu-H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25170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45EF-3DD6-4656-8E60-F4ED4EB688B0}" type="datetimeFigureOut">
              <a:rPr lang="hu-HU" smtClean="0"/>
              <a:t>2026. 02. 22.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EE299-5F71-4F3D-A053-DC6261DC90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639852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45EF-3DD6-4656-8E60-F4ED4EB688B0}" type="datetimeFigureOut">
              <a:rPr lang="hu-HU" smtClean="0"/>
              <a:t>2026. 02. 22.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EE299-5F71-4F3D-A053-DC6261DC90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124253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45EF-3DD6-4656-8E60-F4ED4EB688B0}" type="datetimeFigureOut">
              <a:rPr lang="hu-HU" smtClean="0"/>
              <a:t>2026. 02. 22.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EE299-5F71-4F3D-A053-DC6261DC90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016643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45EF-3DD6-4656-8E60-F4ED4EB688B0}" type="datetimeFigureOut">
              <a:rPr lang="hu-HU" smtClean="0"/>
              <a:t>2026. 02. 22.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EE299-5F71-4F3D-A053-DC6261DC90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878731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45EF-3DD6-4656-8E60-F4ED4EB688B0}" type="datetimeFigureOut">
              <a:rPr lang="hu-HU" smtClean="0"/>
              <a:t>2026. 02. 22.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EE299-5F71-4F3D-A053-DC6261DC90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23815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F345EF-3DD6-4656-8E60-F4ED4EB688B0}" type="datetimeFigureOut">
              <a:rPr lang="hu-HU" smtClean="0"/>
              <a:t>2026. 02. 22.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CEE299-5F71-4F3D-A053-DC6261DC90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59800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C792959-C124-97E0-D28F-C1D9E94068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NetWorks Prezentáció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5D2D378-BFC3-CFFE-F2D3-6349D91687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Borsos Balázs József, Diósi Levente Zsolt</a:t>
            </a:r>
          </a:p>
        </p:txBody>
      </p:sp>
    </p:spTree>
    <p:extLst>
      <p:ext uri="{BB962C8B-B14F-4D97-AF65-F5344CB8AC3E}">
        <p14:creationId xmlns:p14="http://schemas.microsoft.com/office/powerpoint/2010/main" val="3911003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876500-EB1D-79A4-C80C-379E2AB52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Bemutatkozás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872793D-6256-1A77-46AD-A04C9CAF1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Csapatnevünk: NetWorks</a:t>
            </a:r>
          </a:p>
          <a:p>
            <a:pPr marL="0" indent="0">
              <a:buNone/>
            </a:pPr>
            <a:r>
              <a:rPr lang="hu-HU" dirty="0"/>
              <a:t>Cég: Telekom</a:t>
            </a:r>
          </a:p>
          <a:p>
            <a:pPr marL="0" indent="0">
              <a:buNone/>
            </a:pPr>
            <a:r>
              <a:rPr lang="hu-HU" dirty="0"/>
              <a:t>Cél: Telephelyek közötti biztonságos és stabil hálózati kapcsolat megteremtése</a:t>
            </a:r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58297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DBB681C-8467-4344-B8C1-1597A9755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Csapatunk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14A6189-4D38-52E4-8CD0-3C69AB090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dirty="0"/>
              <a:t>Borsos Balázs József (PM)</a:t>
            </a:r>
          </a:p>
          <a:p>
            <a:pPr lvl="1"/>
            <a:r>
              <a:rPr lang="hu-HU" dirty="0"/>
              <a:t>Hálózat tervezése</a:t>
            </a:r>
          </a:p>
          <a:p>
            <a:pPr lvl="1"/>
            <a:r>
              <a:rPr lang="hu-HU" dirty="0"/>
              <a:t>Biztonsági konfigurációk</a:t>
            </a:r>
          </a:p>
          <a:p>
            <a:pPr lvl="1"/>
            <a:r>
              <a:rPr lang="hu-HU" dirty="0"/>
              <a:t>Videókészítő</a:t>
            </a:r>
          </a:p>
          <a:p>
            <a:pPr lvl="1"/>
            <a:endParaRPr lang="hu-HU" dirty="0"/>
          </a:p>
          <a:p>
            <a:r>
              <a:rPr lang="hu-HU" dirty="0"/>
              <a:t>Diósi Levente Zsolt</a:t>
            </a:r>
          </a:p>
          <a:p>
            <a:pPr lvl="1"/>
            <a:r>
              <a:rPr lang="hu-HU" dirty="0"/>
              <a:t>Hálózat konfigurálása</a:t>
            </a:r>
          </a:p>
          <a:p>
            <a:pPr lvl="1"/>
            <a:r>
              <a:rPr lang="hu-HU" dirty="0"/>
              <a:t>Hálózat tesztelése</a:t>
            </a:r>
          </a:p>
          <a:p>
            <a:pPr lvl="1"/>
            <a:r>
              <a:rPr lang="hu-HU" dirty="0"/>
              <a:t>Dokumentáció</a:t>
            </a:r>
          </a:p>
          <a:p>
            <a:pPr lvl="1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56266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0CBEBA1-D3FB-16EE-7902-484C65674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Teljes Hálózat kinézete</a:t>
            </a:r>
          </a:p>
        </p:txBody>
      </p:sp>
      <p:pic>
        <p:nvPicPr>
          <p:cNvPr id="7" name="Tartalom helye 6">
            <a:extLst>
              <a:ext uri="{FF2B5EF4-FFF2-40B4-BE49-F238E27FC236}">
                <a16:creationId xmlns:a16="http://schemas.microsoft.com/office/drawing/2014/main" id="{9E9C3DDF-7638-E91B-F6A8-8A3B73A4D5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265" y="2097088"/>
            <a:ext cx="9104294" cy="3960000"/>
          </a:xfrm>
        </p:spPr>
      </p:pic>
    </p:spTree>
    <p:extLst>
      <p:ext uri="{BB962C8B-B14F-4D97-AF65-F5344CB8AC3E}">
        <p14:creationId xmlns:p14="http://schemas.microsoft.com/office/powerpoint/2010/main" val="3461670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B655D6-C32A-72A9-7E92-4511F392A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Debrecen Település</a:t>
            </a:r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6A5FEB28-C3FE-4532-D251-9BB495BCD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IPv4</a:t>
            </a:r>
          </a:p>
          <a:p>
            <a:pPr marL="0" indent="0">
              <a:buNone/>
            </a:pPr>
            <a:r>
              <a:rPr lang="hu-HU" dirty="0"/>
              <a:t>VLAN10, VLAN20</a:t>
            </a:r>
          </a:p>
          <a:p>
            <a:pPr marL="0" indent="0">
              <a:buNone/>
            </a:pPr>
            <a:r>
              <a:rPr lang="hu-HU" dirty="0"/>
              <a:t>DHCP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6F88C0D4-26F5-4EE3-45EC-7BE194E9A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401" y="2191201"/>
            <a:ext cx="6234787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817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0AEE618-DE51-7C91-A97E-D4E8FED9F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Szeged Település</a:t>
            </a:r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14396A95-A618-B238-2955-046B5D51F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IPv4</a:t>
            </a:r>
          </a:p>
          <a:p>
            <a:pPr marL="0" indent="0">
              <a:buNone/>
            </a:pPr>
            <a:r>
              <a:rPr lang="hu-HU" dirty="0"/>
              <a:t>VLAN30, VLAN40</a:t>
            </a:r>
          </a:p>
          <a:p>
            <a:pPr marL="0" indent="0">
              <a:buNone/>
            </a:pPr>
            <a:r>
              <a:rPr lang="hu-HU" dirty="0"/>
              <a:t>DHCP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2A166DA9-720C-397D-017C-B176D0FFD8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1427" y="2191201"/>
            <a:ext cx="6852869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069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58F9E4-C431-F707-63BA-0933FEB40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Székesfehérvár Település</a:t>
            </a:r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F0B92D9D-486B-2740-64AF-8A1AC2FB0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IPv4</a:t>
            </a:r>
          </a:p>
          <a:p>
            <a:pPr marL="0" indent="0">
              <a:buNone/>
            </a:pPr>
            <a:r>
              <a:rPr lang="hu-HU" dirty="0"/>
              <a:t>Statikus és Dinamikus címfordítás (NAT,PAT)</a:t>
            </a:r>
          </a:p>
          <a:p>
            <a:pPr marL="0" indent="0">
              <a:buNone/>
            </a:pPr>
            <a:r>
              <a:rPr lang="hu-HU" dirty="0"/>
              <a:t>WAN kapcsolat</a:t>
            </a:r>
          </a:p>
          <a:p>
            <a:pPr marL="0" indent="0">
              <a:buNone/>
            </a:pPr>
            <a:r>
              <a:rPr lang="hu-HU" dirty="0"/>
              <a:t>ACL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15B1CAB-6607-DDE9-8690-DD1A2B25FF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799" y="2191201"/>
            <a:ext cx="4786593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097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FE35AB0-F8D0-0A46-4A3C-4987FCB6E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Budapest Település</a:t>
            </a:r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60833DC9-16F2-0331-412B-E306DFC42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IPv6</a:t>
            </a:r>
            <a:br>
              <a:rPr lang="hu-HU" dirty="0"/>
            </a:br>
            <a:r>
              <a:rPr lang="hu-HU" dirty="0"/>
              <a:t>Switch stacking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D230D263-DF58-12E5-E7BD-94979A5F6B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878" y="1831201"/>
            <a:ext cx="4963636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395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C4C9793-B5FF-3F10-C873-6DA8DB8A5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Budapest Szerver Település</a:t>
            </a:r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5ED529B3-558A-8C47-0916-D93F2D1DD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IPv4</a:t>
            </a:r>
          </a:p>
          <a:p>
            <a:pPr marL="0" indent="0">
              <a:buNone/>
            </a:pPr>
            <a:r>
              <a:rPr lang="hu-HU" dirty="0"/>
              <a:t>Tűzfal</a:t>
            </a:r>
          </a:p>
          <a:p>
            <a:pPr marL="0" indent="0">
              <a:buNone/>
            </a:pPr>
            <a:r>
              <a:rPr lang="hu-HU" dirty="0"/>
              <a:t>ACL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4332051B-B57E-9C07-2A27-91F9D98988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802" y="2191201"/>
            <a:ext cx="5344845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337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CA33143-2024-2566-BD39-C73841FA0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Jira &amp; GitHUB &amp; Scrum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A3ED11D9-C30D-C589-5093-33E068B30E83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1141413" y="4343402"/>
            <a:ext cx="3195240" cy="1455300"/>
          </a:xfrm>
        </p:spPr>
        <p:txBody>
          <a:bodyPr/>
          <a:lstStyle/>
          <a:p>
            <a:r>
              <a:rPr lang="hu-HU" dirty="0"/>
              <a:t>Átlátható munkafolyamat</a:t>
            </a:r>
          </a:p>
          <a:p>
            <a:r>
              <a:rPr lang="hu-HU" dirty="0"/>
              <a:t>Felelősök és határidők</a:t>
            </a:r>
          </a:p>
          <a:p>
            <a:r>
              <a:rPr lang="hu-HU" dirty="0"/>
              <a:t>Bug tracking (hibakövetés)</a:t>
            </a:r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45345C07-1ED1-F4DA-281A-8B7DE1DEBB5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487593" y="4335899"/>
            <a:ext cx="3200400" cy="1455300"/>
          </a:xfrm>
        </p:spPr>
        <p:txBody>
          <a:bodyPr/>
          <a:lstStyle/>
          <a:p>
            <a:r>
              <a:rPr lang="hu-HU" dirty="0"/>
              <a:t>Felhőalapú verziókezelés</a:t>
            </a:r>
          </a:p>
          <a:p>
            <a:r>
              <a:rPr lang="hu-HU" dirty="0"/>
              <a:t>Branching</a:t>
            </a:r>
          </a:p>
        </p:txBody>
      </p:sp>
      <p:sp>
        <p:nvSpPr>
          <p:cNvPr id="11" name="Szöveg helye 10">
            <a:extLst>
              <a:ext uri="{FF2B5EF4-FFF2-40B4-BE49-F238E27FC236}">
                <a16:creationId xmlns:a16="http://schemas.microsoft.com/office/drawing/2014/main" id="{B4A7859A-EECC-7879-52FB-27B49AF274D0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852442" y="4343402"/>
            <a:ext cx="3194968" cy="1447798"/>
          </a:xfrm>
        </p:spPr>
        <p:txBody>
          <a:bodyPr/>
          <a:lstStyle/>
          <a:p>
            <a:r>
              <a:rPr lang="hu-HU" dirty="0"/>
              <a:t>A scrum megadja a keretet</a:t>
            </a:r>
          </a:p>
          <a:p>
            <a:r>
              <a:rPr lang="hu-HU" dirty="0"/>
              <a:t>1-4 hetes ciklusokban dolgozunk (sprint)</a:t>
            </a:r>
          </a:p>
          <a:p>
            <a:r>
              <a:rPr lang="hu-HU" dirty="0"/>
              <a:t>Mindennap beszélünk a haladásról, majd a legvégén értékelünk</a:t>
            </a:r>
          </a:p>
        </p:txBody>
      </p:sp>
      <p:pic>
        <p:nvPicPr>
          <p:cNvPr id="1030" name="Picture 6" descr="Jira - Features, Reviews &amp; Pricing (January 2026)">
            <a:extLst>
              <a:ext uri="{FF2B5EF4-FFF2-40B4-BE49-F238E27FC236}">
                <a16:creationId xmlns:a16="http://schemas.microsoft.com/office/drawing/2014/main" id="{0D7CCE13-011A-2123-63AD-F9CFB7163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411" y="2689260"/>
            <a:ext cx="3412749" cy="147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itHub Logo Download - SVG - All Vector Logo">
            <a:extLst>
              <a:ext uri="{FF2B5EF4-FFF2-40B4-BE49-F238E27FC236}">
                <a16:creationId xmlns:a16="http://schemas.microsoft.com/office/drawing/2014/main" id="{930641B1-266B-D518-41C0-A145F715D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153" y="2600722"/>
            <a:ext cx="2878513" cy="1599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crum.org Pros and Cons: Unveiling the Real Truth | What is Scrum">
            <a:extLst>
              <a:ext uri="{FF2B5EF4-FFF2-40B4-BE49-F238E27FC236}">
                <a16:creationId xmlns:a16="http://schemas.microsoft.com/office/drawing/2014/main" id="{687A27F1-2894-44B5-E92D-3E37F6FE2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2442" y="2559375"/>
            <a:ext cx="3062081" cy="1722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6247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E3ABED-656C-530C-1C3E-7252CEE4F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Tesztelés &amp; BUG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38D4F414-F489-ABBC-0A50-9C77F91E22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191991"/>
            <a:ext cx="6589335" cy="3666009"/>
          </a:xfr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C8FAE537-CF06-8384-1759-209D815C3A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3009" y="790740"/>
            <a:ext cx="4488991" cy="2394521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5FCEB5B3-EA05-C609-150B-2220E2ABA8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335" y="3185261"/>
            <a:ext cx="5602665" cy="367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021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0FECE65-15C3-9449-4EE6-1C660069C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Logolt órák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94F01EC3-7AEA-295E-9F15-81E0F9A33B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618000"/>
            <a:ext cx="6067058" cy="3240000"/>
          </a:xfr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D6BE8A00-4173-B629-8A9B-4AA2557750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4944" y="3618000"/>
            <a:ext cx="6060146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999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68B8CD4-FBC9-2689-0A3C-A1B2E577C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Köszönjük szépen a figyelmet!</a:t>
            </a:r>
          </a:p>
        </p:txBody>
      </p:sp>
      <p:pic>
        <p:nvPicPr>
          <p:cNvPr id="2050" name="Picture 2" descr="Power Point Presentation Design :: Behance">
            <a:extLst>
              <a:ext uri="{FF2B5EF4-FFF2-40B4-BE49-F238E27FC236}">
                <a16:creationId xmlns:a16="http://schemas.microsoft.com/office/drawing/2014/main" id="{FA4E4EF3-52BC-242D-A1CE-5B962E1F8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354" y="1851305"/>
            <a:ext cx="6830116" cy="4388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83487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Áramkör">
  <a:themeElements>
    <a:clrScheme name="Áramkör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Áramkör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Áramkör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Áramkör</Template>
  <TotalTime>400</TotalTime>
  <Words>141</Words>
  <Application>Microsoft Office PowerPoint</Application>
  <PresentationFormat>Szélesvásznú</PresentationFormat>
  <Paragraphs>48</Paragraphs>
  <Slides>13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6" baseType="lpstr">
      <vt:lpstr>Arial</vt:lpstr>
      <vt:lpstr>Tw Cen MT</vt:lpstr>
      <vt:lpstr>Áramkör</vt:lpstr>
      <vt:lpstr>NetWorks Prezentáció</vt:lpstr>
      <vt:lpstr>Bemutatkozás</vt:lpstr>
      <vt:lpstr>Csapatunk</vt:lpstr>
      <vt:lpstr>Teljes Hálózat kinézete</vt:lpstr>
      <vt:lpstr>Debrecen Település</vt:lpstr>
      <vt:lpstr>Szeged Település</vt:lpstr>
      <vt:lpstr>Székesfehérvár Település</vt:lpstr>
      <vt:lpstr>Budapest Település</vt:lpstr>
      <vt:lpstr>Budapest Szerver Település</vt:lpstr>
      <vt:lpstr>Jira &amp; GitHUB &amp; Scrum</vt:lpstr>
      <vt:lpstr>Tesztelés &amp; BUG</vt:lpstr>
      <vt:lpstr>Logolt órák</vt:lpstr>
      <vt:lpstr>Köszönjük szépen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Levente Diósi</dc:creator>
  <cp:lastModifiedBy>Levente Diósi</cp:lastModifiedBy>
  <cp:revision>95</cp:revision>
  <dcterms:created xsi:type="dcterms:W3CDTF">2026-01-06T10:34:42Z</dcterms:created>
  <dcterms:modified xsi:type="dcterms:W3CDTF">2026-02-22T22:18:29Z</dcterms:modified>
</cp:coreProperties>
</file>