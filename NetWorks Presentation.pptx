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vente Diósi" initials="LD" lastIdx="3" clrIdx="0">
    <p:extLst>
      <p:ext uri="{19B8F6BF-5375-455C-9EA6-DF929625EA0E}">
        <p15:presenceInfo xmlns:p15="http://schemas.microsoft.com/office/powerpoint/2012/main" userId="2eb10e7ea05681d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622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147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923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499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044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939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141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154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65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416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7391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689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1643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0673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0026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238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4984B-60F3-4F71-B66E-41FD97B97414}" type="datetimeFigureOut">
              <a:rPr lang="hu-HU" smtClean="0"/>
              <a:t>2026. 02. 28.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EDEDCEB-C399-44F9-8B55-6D9F00D772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726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B2D58A-BA6E-A8F0-1F14-8D6637F582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Presentation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53C1C72-E1BE-FB3E-0785-4D49A19BB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by: Balázs József Borsos, Levente Zsolt Diósi</a:t>
            </a:r>
          </a:p>
        </p:txBody>
      </p:sp>
    </p:spTree>
    <p:extLst>
      <p:ext uri="{BB962C8B-B14F-4D97-AF65-F5344CB8AC3E}">
        <p14:creationId xmlns:p14="http://schemas.microsoft.com/office/powerpoint/2010/main" val="3703623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A667D5-5B4D-4E2F-52AD-1C43B28A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5F0BF0-A6C5-EE3B-99E8-C395397B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Company: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Telekom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a secure and stable network connection between sites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7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2C35E9-D816-3E5C-63AE-F7551A65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Team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83CD49-D6BB-B698-B52E-67B770A1A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Balázs József Borsos (PM)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design   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configurations   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production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Levente Zsolt Diósi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configuration   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testing  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95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C33A6C-0654-056D-673A-218489B4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Network Layout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F92EB36-C57A-FF05-907A-D5405B1B0F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844" y="2231783"/>
            <a:ext cx="8596312" cy="3739046"/>
          </a:xfrm>
        </p:spPr>
      </p:pic>
    </p:spTree>
    <p:extLst>
      <p:ext uri="{BB962C8B-B14F-4D97-AF65-F5344CB8AC3E}">
        <p14:creationId xmlns:p14="http://schemas.microsoft.com/office/powerpoint/2010/main" val="19296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3F4A38-AD9D-F5A1-84F6-758D2A23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Debrecen Site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F35BDB-C684-8308-6DDA-0EA962DF2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VLAN10,20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A66736D-0F94-9A75-7A36-C3B4BFC5A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606" y="1629000"/>
            <a:ext cx="623478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0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5C53D8-E5D6-CD05-369D-BE61D830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Szeged Site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101896F-EB6B-71F0-542D-1430ED6CB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VLAN30,40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36915F7-CBB4-A804-2C72-85CE2B129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565" y="1629000"/>
            <a:ext cx="685286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48CD2E-6574-A5C6-C0C6-0D39293A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Székesfehérvár Site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24F1B5-3E62-0F59-4739-1E7B8DB13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Network Address Translation (NAT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 Connection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C1491E7-E4E7-1B87-3B2A-D195810B0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246" y="1930400"/>
            <a:ext cx="478659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585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616C70-5F15-768F-110F-0361EDA4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Budapest Site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F25571-5927-EFE4-4E2A-47582F110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stacking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8C23070-BFF0-3968-96BC-6ECB42E09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31" y="1361362"/>
            <a:ext cx="5866116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8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09B030-F646-2289-ACD2-044F7850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Budapest Server Center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AC3434-1DD0-2EAF-EC9C-D690C63B0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</a:p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Firewall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Translation (NAT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ACL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7721822-E6B4-9AD6-7629-7DEB3E76C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464" y="2160589"/>
            <a:ext cx="481036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8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360EBE-4E8D-3866-1876-0087A2EF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Jira &amp; GitHUB &amp; Scrum</a:t>
            </a:r>
          </a:p>
        </p:txBody>
      </p:sp>
      <p:pic>
        <p:nvPicPr>
          <p:cNvPr id="16" name="Picture 6" descr="Jira - Features, Reviews &amp; Pricing (January 2026)">
            <a:extLst>
              <a:ext uri="{FF2B5EF4-FFF2-40B4-BE49-F238E27FC236}">
                <a16:creationId xmlns:a16="http://schemas.microsoft.com/office/drawing/2014/main" id="{C968760E-45DD-6C18-9A58-239B32188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1" y="2689260"/>
            <a:ext cx="3412749" cy="147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GitHub Logo Download - SVG - All Vector Logo">
            <a:extLst>
              <a:ext uri="{FF2B5EF4-FFF2-40B4-BE49-F238E27FC236}">
                <a16:creationId xmlns:a16="http://schemas.microsoft.com/office/drawing/2014/main" id="{A4873391-FBB4-C387-39FA-3BAC03DCB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153" y="2600722"/>
            <a:ext cx="2878513" cy="159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Scrum.org Pros and Cons: Unveiling the Real Truth | What is Scrum">
            <a:extLst>
              <a:ext uri="{FF2B5EF4-FFF2-40B4-BE49-F238E27FC236}">
                <a16:creationId xmlns:a16="http://schemas.microsoft.com/office/drawing/2014/main" id="{220284E3-7306-EF13-BC16-44B4E6D75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442" y="2559375"/>
            <a:ext cx="3062081" cy="172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Szövegdoboz 22">
            <a:extLst>
              <a:ext uri="{FF2B5EF4-FFF2-40B4-BE49-F238E27FC236}">
                <a16:creationId xmlns:a16="http://schemas.microsoft.com/office/drawing/2014/main" id="{EA443301-596D-0905-7795-FA42ADB2A3E6}"/>
              </a:ext>
            </a:extLst>
          </p:cNvPr>
          <p:cNvSpPr txBox="1"/>
          <p:nvPr/>
        </p:nvSpPr>
        <p:spPr>
          <a:xfrm>
            <a:off x="1627014" y="4281796"/>
            <a:ext cx="2441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workflow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D7E3FCB7-1191-1130-81EB-A3985F324FF8}"/>
              </a:ext>
            </a:extLst>
          </p:cNvPr>
          <p:cNvSpPr txBox="1"/>
          <p:nvPr/>
        </p:nvSpPr>
        <p:spPr>
          <a:xfrm>
            <a:off x="1569154" y="4671851"/>
            <a:ext cx="24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Assignees and deadlines 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075C0AE1-1B2A-6B9C-605F-5247E7B2FAD1}"/>
              </a:ext>
            </a:extLst>
          </p:cNvPr>
          <p:cNvSpPr txBox="1"/>
          <p:nvPr/>
        </p:nvSpPr>
        <p:spPr>
          <a:xfrm>
            <a:off x="2126999" y="513351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tracking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2CB77C40-C26C-043C-321E-700FDB63116E}"/>
              </a:ext>
            </a:extLst>
          </p:cNvPr>
          <p:cNvSpPr txBox="1"/>
          <p:nvPr/>
        </p:nvSpPr>
        <p:spPr>
          <a:xfrm>
            <a:off x="4675191" y="4281796"/>
            <a:ext cx="2858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based version control 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FB9CC023-967B-E048-B91F-3B9DB896D039}"/>
              </a:ext>
            </a:extLst>
          </p:cNvPr>
          <p:cNvSpPr txBox="1"/>
          <p:nvPr/>
        </p:nvSpPr>
        <p:spPr>
          <a:xfrm>
            <a:off x="5492321" y="4764184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A867BA2E-353C-7850-0320-44F4D5CC35BD}"/>
              </a:ext>
            </a:extLst>
          </p:cNvPr>
          <p:cNvSpPr txBox="1"/>
          <p:nvPr/>
        </p:nvSpPr>
        <p:spPr>
          <a:xfrm>
            <a:off x="8124756" y="4235629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provides the framework </a:t>
            </a: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8E934E91-4B5E-4E62-FCC6-024C4C1C4285}"/>
              </a:ext>
            </a:extLst>
          </p:cNvPr>
          <p:cNvSpPr txBox="1"/>
          <p:nvPr/>
        </p:nvSpPr>
        <p:spPr>
          <a:xfrm>
            <a:off x="7873918" y="4781151"/>
            <a:ext cx="335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 1-4 week cycles (sprints) 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C4B831C1-41F1-1801-F405-06097E206C64}"/>
              </a:ext>
            </a:extLst>
          </p:cNvPr>
          <p:cNvSpPr txBox="1"/>
          <p:nvPr/>
        </p:nvSpPr>
        <p:spPr>
          <a:xfrm>
            <a:off x="6838762" y="5280506"/>
            <a:ext cx="542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progress discussions, followed by final evaluation 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95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CE4D32-9E21-A100-9EAD-338ECE44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BUGs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DE3CEC6-F67B-AE4A-42C3-15D33D4B9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854" y="3148553"/>
            <a:ext cx="5658661" cy="3709447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5039E9C-A271-7687-38EF-43000B0E1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148553"/>
            <a:ext cx="6667411" cy="370944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8CD1C5F5-2FC7-FB15-D2B6-5C2B72878E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776" y="628553"/>
            <a:ext cx="4724224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1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79E7D1-27B8-6D06-5450-23DB6927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Logged Hours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E5EE289-68F6-DCA4-E66B-81DB02594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532" y="3582000"/>
            <a:ext cx="6134468" cy="3276000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21A0A6F-5056-E44E-A9CB-314EC5E0F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2000"/>
            <a:ext cx="6127481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02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4E596B-EFFF-E1D6-08DF-0E0767B04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Power Point Presentation Design :: Behance">
            <a:extLst>
              <a:ext uri="{FF2B5EF4-FFF2-40B4-BE49-F238E27FC236}">
                <a16:creationId xmlns:a16="http://schemas.microsoft.com/office/drawing/2014/main" id="{637A541A-6364-7D77-83F2-297308D985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75426" y="1930400"/>
            <a:ext cx="6041147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46961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146</Words>
  <Application>Microsoft Office PowerPoint</Application>
  <PresentationFormat>Szélesvásznú</PresentationFormat>
  <Paragraphs>49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Trebuchet MS</vt:lpstr>
      <vt:lpstr>Wingdings 3</vt:lpstr>
      <vt:lpstr>Dimenzió</vt:lpstr>
      <vt:lpstr>NetWorks Presentation</vt:lpstr>
      <vt:lpstr>Introduction</vt:lpstr>
      <vt:lpstr>Our Team</vt:lpstr>
      <vt:lpstr>Full Network Layout</vt:lpstr>
      <vt:lpstr>Debrecen Site</vt:lpstr>
      <vt:lpstr>Szeged Site</vt:lpstr>
      <vt:lpstr>Székesfehérvár Site</vt:lpstr>
      <vt:lpstr>Budapest Site</vt:lpstr>
      <vt:lpstr>Budapest Server Center</vt:lpstr>
      <vt:lpstr> Jira &amp; GitHUB &amp; Scrum</vt:lpstr>
      <vt:lpstr>Testing &amp; BUGs</vt:lpstr>
      <vt:lpstr>Logged Hours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Levente Diósi</dc:creator>
  <cp:lastModifiedBy>Levente Diósi</cp:lastModifiedBy>
  <cp:revision>53</cp:revision>
  <dcterms:created xsi:type="dcterms:W3CDTF">2026-02-22T21:48:52Z</dcterms:created>
  <dcterms:modified xsi:type="dcterms:W3CDTF">2026-02-28T07:47:13Z</dcterms:modified>
</cp:coreProperties>
</file>