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6" r:id="rId13"/>
    <p:sldId id="267" r:id="rId1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vente Diósi" initials="LD" lastIdx="3" clrIdx="0">
    <p:extLst>
      <p:ext uri="{19B8F6BF-5375-455C-9EA6-DF929625EA0E}">
        <p15:presenceInfo xmlns:p15="http://schemas.microsoft.com/office/powerpoint/2012/main" userId="2eb10e7ea05681d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299AD21-92A1-144D-A7F8-45C84A3CDB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4FC8591-0983-EB27-11FE-7DF693F65A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F9691D6-EDAC-5623-2976-158CF4B54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4984B-60F3-4F71-B66E-41FD97B97414}" type="datetimeFigureOut">
              <a:rPr lang="hu-HU" smtClean="0"/>
              <a:t>2026. 02. 22.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A21DB23-F5A6-207D-9797-9F73A0326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A46FDE9-7D14-C114-45D9-2E0B2B0AB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CEB-C399-44F9-8B55-6D9F00D772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21114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1C6F3B5-07FB-3173-EC03-24C346DF2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10F422F-8384-E473-46F5-5DBE0ED76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915F8E7-1D57-7F11-F57A-6EC6CFA4D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4984B-60F3-4F71-B66E-41FD97B97414}" type="datetimeFigureOut">
              <a:rPr lang="hu-HU" smtClean="0"/>
              <a:t>2026. 02. 22.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3C55044-8271-5FCC-03D9-5B83249A8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54B487E-D10C-5F17-D524-858B7CEBA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CEB-C399-44F9-8B55-6D9F00D772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255112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2F7ED2-1BB6-ACAB-6DD6-2D081D539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92484A3-A6A0-DEDB-5474-D453F9926B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EA7A624-7414-6FC4-AFB4-0B392295C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4984B-60F3-4F71-B66E-41FD97B97414}" type="datetimeFigureOut">
              <a:rPr lang="hu-HU" smtClean="0"/>
              <a:t>2026. 02. 22.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011924A-BB3D-DB2F-1A82-F19377112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F1C2693-AB6C-B31D-2092-61F89D75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CEB-C399-44F9-8B55-6D9F00D772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94289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BCE61A-CB09-A1F6-AE31-3523D6FC1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7E270F7-CEC6-3B75-586B-ED9C3B73A3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4E5074B-0944-4A7F-0F8A-2415C8936D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F8DF2C1-86C1-237D-46D8-094C20B00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4984B-60F3-4F71-B66E-41FD97B97414}" type="datetimeFigureOut">
              <a:rPr lang="hu-HU" smtClean="0"/>
              <a:t>2026. 02. 22.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2600B24-0044-5882-2B50-647405FC1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4A6DE41-7DA1-6B83-2278-2F83837B6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CEB-C399-44F9-8B55-6D9F00D772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4665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A68F72-6296-5609-F93E-CB454ECDD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133DF61-80F8-14D2-5BCA-32FC972441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D8716D43-B615-1FB4-B40A-65EB0FBCFE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D1F86E9-6ED7-D558-6451-94EE474E9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2AE136D-C5BD-C1D7-FFFD-60DC09EBA5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EB76A56-EA21-7EAD-7B13-3C80689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4984B-60F3-4F71-B66E-41FD97B97414}" type="datetimeFigureOut">
              <a:rPr lang="hu-HU" smtClean="0"/>
              <a:t>2026. 02. 22.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4EE65CC-C673-9D46-AFE5-4AB7E517C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3F263AC6-4D6E-C695-B88F-107291A03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CEB-C399-44F9-8B55-6D9F00D772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30922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AD50565-5478-C106-D3C0-AE704F069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61CF776-EA1D-4A04-67AE-7FA6C7FE4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4984B-60F3-4F71-B66E-41FD97B97414}" type="datetimeFigureOut">
              <a:rPr lang="hu-HU" smtClean="0"/>
              <a:t>2026. 02. 22.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C086DE7E-06CA-7D5A-4437-0E459C6EB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360B5EE6-07CD-776D-43F0-985042D7E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CEB-C399-44F9-8B55-6D9F00D772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5193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E2E6AF1C-25C6-19C5-34B5-A3E258086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4984B-60F3-4F71-B66E-41FD97B97414}" type="datetimeFigureOut">
              <a:rPr lang="hu-HU" smtClean="0"/>
              <a:t>2026. 02. 22.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AFC4FC15-F98C-F7F8-7875-C0A582FE9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E59970D7-80E7-5DC1-0530-038CEE6F1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CEB-C399-44F9-8B55-6D9F00D772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3018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AD6FF96-8F38-557A-DA6C-223F358BC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F8F7C06-99AC-A283-E7A1-2113DB199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182090-EDD1-B3B1-BD35-BF45200D60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658BBED0-9C10-AE07-72A5-C942F1714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4984B-60F3-4F71-B66E-41FD97B97414}" type="datetimeFigureOut">
              <a:rPr lang="hu-HU" smtClean="0"/>
              <a:t>2026. 02. 22.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07A64FE-4D0A-7CBC-5FF9-F723F9DE0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4EFF344-1754-4259-7EC5-24C7CC143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CEB-C399-44F9-8B55-6D9F00D772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93930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FA2C7F-CE24-F637-7969-40F2B6F24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D39C935B-97E6-2248-F3F1-A143424B5B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D37BAA8-D189-F5E9-EFD0-B8FBCC5A71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6E68D03-6F16-3B81-A5D2-17D808C37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4984B-60F3-4F71-B66E-41FD97B97414}" type="datetimeFigureOut">
              <a:rPr lang="hu-HU" smtClean="0"/>
              <a:t>2026. 02. 22.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B62B1E2-4EC6-5D8A-E7AA-4082A8999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8978ABF-6B0B-4BC7-66AA-4D7701B9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CEB-C399-44F9-8B55-6D9F00D772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962599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396E27-DD17-698A-7B3D-111AA949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8484E66-0056-8356-5F24-DC101E7A2B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E4B8C60-EE34-BBEE-C29A-A06D9C534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4984B-60F3-4F71-B66E-41FD97B97414}" type="datetimeFigureOut">
              <a:rPr lang="hu-HU" smtClean="0"/>
              <a:t>2026. 02. 22.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4A12C80-0A79-9C8E-79DB-504107ED8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573B2E4-4FED-D762-8820-5D1976613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CEB-C399-44F9-8B55-6D9F00D772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97105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E55114F3-E60F-3E1E-FF3B-27CC743210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8D67544-49EA-D785-6717-531D361EC0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3C8AF87-A431-E3CE-C843-78277F068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4984B-60F3-4F71-B66E-41FD97B97414}" type="datetimeFigureOut">
              <a:rPr lang="hu-HU" smtClean="0"/>
              <a:t>2026. 02. 22.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130E2E4-D71F-E736-76F8-CF87CB40E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2B9990-36DC-8671-2F8E-2C3F9E890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DCEB-C399-44F9-8B55-6D9F00D772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18029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630EA28E-1BCB-B569-FCB5-9940D1732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A9C3A9E-4971-A225-D404-A81E5177B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2B99F6-8977-CD9F-FF6E-A43D8221BA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24984B-60F3-4F71-B66E-41FD97B97414}" type="datetimeFigureOut">
              <a:rPr lang="hu-HU" smtClean="0"/>
              <a:t>2026. 02. 22.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E233E69-5555-B64D-066E-08F6D8FC90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DA8F553-E732-04A9-848C-05585EBA60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DEDCEB-C399-44F9-8B55-6D9F00D7720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4128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B2D58A-BA6E-A8F0-1F14-8D6637F582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NetWorks Presentation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53C1C72-E1BE-FB3E-0785-4D49A19BB8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Created by: Balázs József Borsos, Levente Zsolt Diósi</a:t>
            </a:r>
          </a:p>
        </p:txBody>
      </p:sp>
    </p:spTree>
    <p:extLst>
      <p:ext uri="{BB962C8B-B14F-4D97-AF65-F5344CB8AC3E}">
        <p14:creationId xmlns:p14="http://schemas.microsoft.com/office/powerpoint/2010/main" val="3703623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A667D5-5B4D-4E2F-52AD-1C43B28A9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35F0BF0-A6C5-EE3B-99E8-C395397B1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Name: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NetWorks</a:t>
            </a:r>
          </a:p>
          <a:p>
            <a:r>
              <a:rPr lang="hu-H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Company: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Telekom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Creating a secure and stable network connection between sites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479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2C35E9-D816-3E5C-63AE-F7551A657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Team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83CD49-D6BB-B698-B52E-67B770A1A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Balázs József Borsos (PM)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design   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 configurations   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Video production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Levente Zsolt Diósi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configuration   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testing  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Documentation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3958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C33A6C-0654-056D-673A-218489B49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Network Layout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9F92EB36-C57A-FF05-907A-D5405B1B0F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95" y="1825625"/>
            <a:ext cx="10004009" cy="4351338"/>
          </a:xfrm>
        </p:spPr>
      </p:pic>
    </p:spTree>
    <p:extLst>
      <p:ext uri="{BB962C8B-B14F-4D97-AF65-F5344CB8AC3E}">
        <p14:creationId xmlns:p14="http://schemas.microsoft.com/office/powerpoint/2010/main" val="192966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33F4A38-AD9D-F5A1-84F6-758D2A235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Debrecen Site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8F35BDB-C684-8308-6DDA-0EA962DF2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IPv4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VLAN10,20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DHCP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A66736D-0F94-9A75-7A36-C3B4BFC5A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9207" y="2114365"/>
            <a:ext cx="6234787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405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5C53D8-E5D6-CD05-369D-BE61D8305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Szeged Site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101896F-EB6B-71F0-542D-1430ED6CBF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IPv4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VLAN30,40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DHCP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36915F7-CBB4-A804-2C72-85CE2B129F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7221" y="2095314"/>
            <a:ext cx="6852869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94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48CD2E-6574-A5C6-C0C6-0D39293A7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Székesfehérvár Site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B24F1B5-3E62-0F59-4739-1E7B8DB13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IPv4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Static and Dynamic Network Address Translation (NAT, PAT)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WAN Connection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ACL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C1491E7-E4E7-1B87-3B2A-D195810B0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7207" y="2892875"/>
            <a:ext cx="4786593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585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616C70-5F15-768F-110F-0361EDA42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Budapest Site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F25571-5927-EFE4-4E2A-47582F110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IPv6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Switch stacking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8C23070-BFF0-3968-96BC-6ECB42E094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2780" y="1496963"/>
            <a:ext cx="5866116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986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09B030-F646-2289-ACD2-044F78508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Budapest Server Center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EAC3434-1DD0-2EAF-EC9C-D690C63B0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IPv6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Firewall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ACL 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7721822-E6B4-9AD6-7629-7DEB3E76C2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1192" y="1856963"/>
            <a:ext cx="6413805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489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8360EBE-4E8D-3866-1876-0087A2EF0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Jira &amp; GitHUB &amp; Scrum</a:t>
            </a:r>
          </a:p>
        </p:txBody>
      </p:sp>
      <p:pic>
        <p:nvPicPr>
          <p:cNvPr id="16" name="Picture 6" descr="Jira - Features, Reviews &amp; Pricing (January 2026)">
            <a:extLst>
              <a:ext uri="{FF2B5EF4-FFF2-40B4-BE49-F238E27FC236}">
                <a16:creationId xmlns:a16="http://schemas.microsoft.com/office/drawing/2014/main" id="{C968760E-45DD-6C18-9A58-239B32188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1411" y="2689260"/>
            <a:ext cx="3412749" cy="1479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8" descr="GitHub Logo Download - SVG - All Vector Logo">
            <a:extLst>
              <a:ext uri="{FF2B5EF4-FFF2-40B4-BE49-F238E27FC236}">
                <a16:creationId xmlns:a16="http://schemas.microsoft.com/office/drawing/2014/main" id="{A4873391-FBB4-C387-39FA-3BAC03DCB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5153" y="2600722"/>
            <a:ext cx="2878513" cy="1599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0" descr="Scrum.org Pros and Cons: Unveiling the Real Truth | What is Scrum">
            <a:extLst>
              <a:ext uri="{FF2B5EF4-FFF2-40B4-BE49-F238E27FC236}">
                <a16:creationId xmlns:a16="http://schemas.microsoft.com/office/drawing/2014/main" id="{220284E3-7306-EF13-BC16-44B4E6D755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2442" y="2559375"/>
            <a:ext cx="3062081" cy="1722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Szövegdoboz 22">
            <a:extLst>
              <a:ext uri="{FF2B5EF4-FFF2-40B4-BE49-F238E27FC236}">
                <a16:creationId xmlns:a16="http://schemas.microsoft.com/office/drawing/2014/main" id="{EA443301-596D-0905-7795-FA42ADB2A3E6}"/>
              </a:ext>
            </a:extLst>
          </p:cNvPr>
          <p:cNvSpPr txBox="1"/>
          <p:nvPr/>
        </p:nvSpPr>
        <p:spPr>
          <a:xfrm>
            <a:off x="1627014" y="4281796"/>
            <a:ext cx="24415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Transparent workflow</a:t>
            </a:r>
          </a:p>
          <a:p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zövegdoboz 25">
            <a:extLst>
              <a:ext uri="{FF2B5EF4-FFF2-40B4-BE49-F238E27FC236}">
                <a16:creationId xmlns:a16="http://schemas.microsoft.com/office/drawing/2014/main" id="{D7E3FCB7-1191-1130-81EB-A3985F324FF8}"/>
              </a:ext>
            </a:extLst>
          </p:cNvPr>
          <p:cNvSpPr txBox="1"/>
          <p:nvPr/>
        </p:nvSpPr>
        <p:spPr>
          <a:xfrm>
            <a:off x="1569154" y="4671851"/>
            <a:ext cx="2499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Assignees and deadlines </a:t>
            </a:r>
          </a:p>
        </p:txBody>
      </p: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075C0AE1-1B2A-6B9C-605F-5247E7B2FAD1}"/>
              </a:ext>
            </a:extLst>
          </p:cNvPr>
          <p:cNvSpPr txBox="1"/>
          <p:nvPr/>
        </p:nvSpPr>
        <p:spPr>
          <a:xfrm>
            <a:off x="2126999" y="5133516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Bug tracking</a:t>
            </a:r>
          </a:p>
        </p:txBody>
      </p:sp>
      <p:sp>
        <p:nvSpPr>
          <p:cNvPr id="28" name="Szövegdoboz 27">
            <a:extLst>
              <a:ext uri="{FF2B5EF4-FFF2-40B4-BE49-F238E27FC236}">
                <a16:creationId xmlns:a16="http://schemas.microsoft.com/office/drawing/2014/main" id="{2CB77C40-C26C-043C-321E-700FDB63116E}"/>
              </a:ext>
            </a:extLst>
          </p:cNvPr>
          <p:cNvSpPr txBox="1"/>
          <p:nvPr/>
        </p:nvSpPr>
        <p:spPr>
          <a:xfrm>
            <a:off x="4675191" y="4281796"/>
            <a:ext cx="2858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based version control </a:t>
            </a:r>
          </a:p>
        </p:txBody>
      </p:sp>
      <p:sp>
        <p:nvSpPr>
          <p:cNvPr id="29" name="Szövegdoboz 28">
            <a:extLst>
              <a:ext uri="{FF2B5EF4-FFF2-40B4-BE49-F238E27FC236}">
                <a16:creationId xmlns:a16="http://schemas.microsoft.com/office/drawing/2014/main" id="{FB9CC023-967B-E048-B91F-3B9DB896D039}"/>
              </a:ext>
            </a:extLst>
          </p:cNvPr>
          <p:cNvSpPr txBox="1"/>
          <p:nvPr/>
        </p:nvSpPr>
        <p:spPr>
          <a:xfrm>
            <a:off x="5492321" y="4764184"/>
            <a:ext cx="1204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Branching </a:t>
            </a:r>
          </a:p>
        </p:txBody>
      </p:sp>
      <p:sp>
        <p:nvSpPr>
          <p:cNvPr id="30" name="Szövegdoboz 29">
            <a:extLst>
              <a:ext uri="{FF2B5EF4-FFF2-40B4-BE49-F238E27FC236}">
                <a16:creationId xmlns:a16="http://schemas.microsoft.com/office/drawing/2014/main" id="{A867BA2E-353C-7850-0320-44F4D5CC35BD}"/>
              </a:ext>
            </a:extLst>
          </p:cNvPr>
          <p:cNvSpPr txBox="1"/>
          <p:nvPr/>
        </p:nvSpPr>
        <p:spPr>
          <a:xfrm>
            <a:off x="8124756" y="4235629"/>
            <a:ext cx="3108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Scrum provides the framework </a:t>
            </a:r>
          </a:p>
        </p:txBody>
      </p:sp>
      <p:sp>
        <p:nvSpPr>
          <p:cNvPr id="31" name="Szövegdoboz 30">
            <a:extLst>
              <a:ext uri="{FF2B5EF4-FFF2-40B4-BE49-F238E27FC236}">
                <a16:creationId xmlns:a16="http://schemas.microsoft.com/office/drawing/2014/main" id="{8E934E91-4B5E-4E62-FCC6-024C4C1C4285}"/>
              </a:ext>
            </a:extLst>
          </p:cNvPr>
          <p:cNvSpPr txBox="1"/>
          <p:nvPr/>
        </p:nvSpPr>
        <p:spPr>
          <a:xfrm>
            <a:off x="7873918" y="4781151"/>
            <a:ext cx="335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in 1-4 week cycles (sprints) 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zövegdoboz 31">
            <a:extLst>
              <a:ext uri="{FF2B5EF4-FFF2-40B4-BE49-F238E27FC236}">
                <a16:creationId xmlns:a16="http://schemas.microsoft.com/office/drawing/2014/main" id="{C4B831C1-41F1-1801-F405-06097E206C64}"/>
              </a:ext>
            </a:extLst>
          </p:cNvPr>
          <p:cNvSpPr txBox="1"/>
          <p:nvPr/>
        </p:nvSpPr>
        <p:spPr>
          <a:xfrm>
            <a:off x="6838762" y="5280506"/>
            <a:ext cx="5429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Daily progress discussions, followed by final evaluation 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9958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2CE4D32-9E21-A100-9EAD-338ECE44F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 &amp; BUGs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6DE3CEC6-F67B-AE4A-42C3-15D33D4B9E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3337" y="3148553"/>
            <a:ext cx="5658662" cy="3709448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5039E9C-A271-7687-38EF-43000B0E1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148553"/>
            <a:ext cx="6667411" cy="370944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8CD1C5F5-2FC7-FB15-D2B6-5C2B72878E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776" y="628553"/>
            <a:ext cx="4724224" cy="25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813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779E7D1-27B8-6D06-5450-23DB69271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Logged Hours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9E5EE289-68F6-DCA4-E66B-81DB025940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4944" y="3618000"/>
            <a:ext cx="6067056" cy="3240000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21A0A6F-5056-E44E-A9CB-314EC5E0FB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1" y="3618000"/>
            <a:ext cx="6060146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002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D4E596B-EFFF-E1D6-08DF-0E0767B04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your attention!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Power Point Presentation Design :: Behance">
            <a:extLst>
              <a:ext uri="{FF2B5EF4-FFF2-40B4-BE49-F238E27FC236}">
                <a16:creationId xmlns:a16="http://schemas.microsoft.com/office/drawing/2014/main" id="{637A541A-6364-7D77-83F2-297308D9851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9745" y="1825625"/>
            <a:ext cx="6772510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446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143</Words>
  <Application>Microsoft Office PowerPoint</Application>
  <PresentationFormat>Szélesvásznú</PresentationFormat>
  <Paragraphs>48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Office-téma</vt:lpstr>
      <vt:lpstr>NetWorks Presentation</vt:lpstr>
      <vt:lpstr>Introduction</vt:lpstr>
      <vt:lpstr>Our Team</vt:lpstr>
      <vt:lpstr>Full Network Layout</vt:lpstr>
      <vt:lpstr>Debrecen Site</vt:lpstr>
      <vt:lpstr>Szeged Site</vt:lpstr>
      <vt:lpstr>Székesfehérvár Site</vt:lpstr>
      <vt:lpstr>Budapest Site</vt:lpstr>
      <vt:lpstr>Budapest Server Center</vt:lpstr>
      <vt:lpstr> Jira &amp; GitHUB &amp; Scrum</vt:lpstr>
      <vt:lpstr>Testing &amp; BUGs</vt:lpstr>
      <vt:lpstr>Logged Hours</vt:lpstr>
      <vt:lpstr>Thank you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Levente Diósi</dc:creator>
  <cp:lastModifiedBy>Levente Diósi</cp:lastModifiedBy>
  <cp:revision>40</cp:revision>
  <dcterms:created xsi:type="dcterms:W3CDTF">2026-02-22T21:48:52Z</dcterms:created>
  <dcterms:modified xsi:type="dcterms:W3CDTF">2026-02-22T22:22:31Z</dcterms:modified>
</cp:coreProperties>
</file>